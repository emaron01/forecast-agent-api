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Back-and-Forth Deal Qualification with MEDDICC + Voice + Lindy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MEDDICC is not static; it’s a dynamic qualification dialogue.</a:t>
            </a:r>
          </a:p>
          <a:p>
            <a:r>
              <a:t>Voice + Lindy agents enable structured back-and-forth deal qualification.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Discovery Call Capture</a:t>
            </a:r>
          </a:p>
          <a:p>
            <a:r>
              <a:t>   - Voice Layer (WebRTC/Telnyx/Twilio)</a:t>
            </a:r>
          </a:p>
          <a:p>
            <a:r>
              <a:t>   - Transcription Engine (Whisper, Deepgram)</a:t>
            </a:r>
          </a:p>
          <a:p>
            <a:r>
              <a:t>2. Agent-Led Prompting</a:t>
            </a:r>
          </a:p>
          <a:p>
            <a:r>
              <a:t>   - Lindy listens for MEDDICC signals</a:t>
            </a:r>
          </a:p>
          <a:p>
            <a:r>
              <a:t>   - Prompts reps when gaps are detected</a:t>
            </a:r>
          </a:p>
          <a:p>
            <a:r>
              <a:t>3. Dynamic Qualification Loop</a:t>
            </a:r>
          </a:p>
          <a:p>
            <a:r>
              <a:t>   - Rep clarifies, prospect responds, Lindy tags MEDDICC fields</a:t>
            </a:r>
          </a:p>
          <a:p>
            <a:r>
              <a:t>   - Example: CFO = Economic Buyer, ROI ≤ 12 months = Decision Criteria</a:t>
            </a:r>
          </a:p>
          <a:p>
            <a:r>
              <a:t>4. Real-Time Scoring</a:t>
            </a:r>
          </a:p>
          <a:p>
            <a:r>
              <a:t>   - MEDDICC score updated live</a:t>
            </a:r>
          </a:p>
          <a:p>
            <a:r>
              <a:t>   - Gaps highlighted visually</a:t>
            </a:r>
          </a:p>
          <a:p>
            <a:r>
              <a:t>5. Post-Call Automation</a:t>
            </a:r>
          </a:p>
          <a:p>
            <a:r>
              <a:t>   - Lindy generates executive-ready MEDDICC summary</a:t>
            </a:r>
          </a:p>
          <a:p>
            <a:r>
              <a:t>   - Forecasting agent consumes structured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Closed loop: Voice → Transcription → Lindy Agent → MEDDICC Framework → CRM</a:t>
            </a:r>
          </a:p>
          <a:p>
            <a:r>
              <a:t>Lindy guides reps, ensures MEDDICC completeness, acts as real-time coach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SDK: Telnyx WebRTC</a:t>
            </a:r>
          </a:p>
          <a:p>
            <a:r>
              <a:t>Transcription: Whisper or Deepgram</a:t>
            </a:r>
          </a:p>
          <a:p>
            <a:r>
              <a:t>Agent Layer: Lindy prompts and structures outputs</a:t>
            </a:r>
          </a:p>
          <a:p>
            <a:r>
              <a:t>CRM Integration: Salesforce/HubSpot mapped to MEDDICC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Executive-Ready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Conversation becomes structured data</a:t>
            </a:r>
          </a:p>
          <a:p>
            <a:r>
              <a:t>Real-time qualification and scoring</a:t>
            </a:r>
          </a:p>
          <a:p>
            <a:r>
              <a:t>Supports operational rigor and forecasting clarity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